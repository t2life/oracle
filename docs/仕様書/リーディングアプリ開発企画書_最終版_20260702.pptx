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83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オラクルカード占いアプリ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最終企画書 ～分析・実装・マネタイズ戦略～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2026年7月2日 / Claude Code分析版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プロジェクト概要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アプリ名: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1887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オラクルカード・リーディングアプリ（VTuber「ロン」連携）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645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 (Flutter)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1031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+ PostgreSQL/Redis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560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(React/TypeScript)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0175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占い・課金・通知・分析・管理画面・外部導線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ビジネスモデル: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課金 (サブスク/チケット) + 広告収益 (段階的導入)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現状分析：実装状況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レイヤー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実装状態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判定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モバイルアプリ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18画面すべて実装済み（API接続完了）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実装済み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バックエンドAPI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32エンドポイント実装済み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実装済み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管理画面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10ページ実装済み（権限制御未）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部分実装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DB/キャッシュ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InMemory既定 + Hybrid (Postgres/Redis対応)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部分実装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認証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基本/Apple/Google対応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 実装済み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決済検証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形式チェックのみ (公式API未接続)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部分実装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通知配信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作成・一覧・ディスパッチ済み (実送信未実装)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部分実装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分析基盤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イベント記録のみ (DB永続化未)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🟡 部分実装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6F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機能ギャップ分析：Google Play比較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占い形式の多様性が不足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現状：1～3枚選択のシンプルなスプレッドのみ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Play標準：ケルト十字・7枚・イエス/ノー・愛情等10種類以上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外部連携（決済・通知・URL）が未実装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決済検証・プッシュ通知・外部導線URLが全てダミー値・未接続状態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ストア審査前に必須対応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1280160"/>
          </a:xfrm>
          <a:prstGeom prst="rect">
            <a:avLst/>
          </a:prstGeom>
          <a:solidFill>
            <a:srgbClr val="F3E5F5"/>
          </a:solidFill>
          <a:ln w="25400">
            <a:solidFill>
              <a:srgbClr val="8B6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ソーシャル機能がない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SNS共有・コメント・いいね・フォロー等のユーザー間インタラクション皆無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初期MVP段階では後回しも正当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仕様書の曖昧・矛盾点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正逆判定ロジックが不明確（サーバー側？クライアント側？）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シャッフル終了判定のしきい値が仕様書に記載なし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課金プランの「1日1回」定義が曖昧（JST基準？24時間？）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テーマ×デッキの関連性が不明（同デッキを複数テーマで選べるか？）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通知セグメント値が "all" のみ記載（他バリエーション未定義）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分析イベント properties フィールドが自由形式（スキーマ不定）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Apple/Google認証の provider_user_id フォーマットが不明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U-11 (履歴詳細)の実装状態が未確定（推定状態）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subscription_expires_at が UserResponse に含まれない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広告掲載機能が仕様書に記載されていない ← 重大な欠落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重大な欠落：広告戦略・マネタイズ方針がない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04900"/>
            <a:ext cx="8229600" cy="18288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420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現状の問題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782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Google Play標準アプリの90%以上が広告を実装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本仕様書では広告に関する記載が完全にない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ビジネスモデルが「課金のみ」に限定されている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ユーザー基盤の拡大時に収益化戦略がない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16580"/>
            <a:ext cx="8229600" cy="1828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537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解決策：段階的広告導入戦略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950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 (0-6ヶ月)：広告なし ← ブランド構築・体験最優先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2 (6-12ヶ月)：リワード広告のみ ← 新規収益+1.5-2倍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3 (12+ヶ月)：バナー+リワード ← 最大+160%の収益化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広告導入のメリット（段階的導入時）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収益の多元化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月$15,750 → $24,660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(+57%)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月$41,400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(+163%)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8B6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ユーザーLTV向上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無料ユーザーも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長期継続で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価値化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UA単価を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$5→$1-2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に低減可能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UX向上の可能性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リワード広告で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「広告視聴＝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追加占い」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に設計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ユーザー満足度↑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F4C3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有料版の差別化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「広告なし」が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強い購入動機に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サブスク転換率↑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転換単価↑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広告導入のデメリット（過度な導入時の懸念）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ユーザー体験悪化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初日離脱率 +15-30% のリスク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24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ブランド低下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24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スピリチュアル系の神聖性破壊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44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課金転換率低下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844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サブスク 2.0% → 0.8% のリスク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717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ネットワーク依存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1717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CPM変動・規制リスク・収入不安定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917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運用コスト増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917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初期$3.5K-10K + 月$500-1.5K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56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競合優位性喪失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956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「広告あり」で競合と同じに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2820"/>
            <a:ext cx="8229600" cy="118872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499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重要：「段階的導入」が必須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700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即座のインタースティシャル広告・過度な広告配置は避けるべき。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リワード広告をメインにし、ユーザー選択可能にすることで、デメリットを最小化。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推奨：段階的広告導入シナリオ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710940"/>
          </a:xfrm>
          <a:prstGeom prst="rect">
            <a:avLst/>
          </a:prstGeom>
          <a:solidFill>
            <a:srgbClr val="E3F2FD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0～6ヶ月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広告なし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ブランド構築・ユーザー体験最優先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KPI:DAU, 課金転換率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710940"/>
          </a:xfrm>
          <a:prstGeom prst="rect">
            <a:avLst/>
          </a:prstGeom>
          <a:solidFill>
            <a:srgbClr val="F3E5F5"/>
          </a:solidFill>
          <a:ln w="25400">
            <a:solidFill>
              <a:srgbClr val="8B6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6～12ヶ月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リワード広告のみ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ユーザー選択可能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期待: +57%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月$24,660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37109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12ヶ月以降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バナー+リワード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（DAU≥5,000時）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期待: +163%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月$41,400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実装ロードマップ：優先度別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280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決済検証(Apple/Google) / 法務文書 / 外部URL設定 / 仕様書精緻化(10項目)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ストア申請前（必須）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514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DB永続化(themes/decks) / FCM/APNs実装 / 広告戦略ドキュメント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初期運用(6ヶ月)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749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スプレッド多様化 / ソーシャル機能 / リワード広告API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成長期(6-12ヶ月)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収益シミュレーション（段階的導入効果）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4820" y="1059180"/>
            <a:ext cx="2560320" cy="2895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6260" y="11963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（広告なし）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6260" y="1744980"/>
            <a:ext cx="237744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556260" y="18821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$15,750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6260" y="25679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6260" y="30251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9460" y="1059180"/>
            <a:ext cx="2560320" cy="2895600"/>
          </a:xfrm>
          <a:prstGeom prst="rect">
            <a:avLst/>
          </a:prstGeom>
          <a:solidFill>
            <a:srgbClr val="F3E5F5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900" y="11963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（リワード）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90900" y="1744980"/>
            <a:ext cx="237744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390900" y="18821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$24,660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90900" y="25679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0900" y="30251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4100" y="1059180"/>
            <a:ext cx="2560320" cy="2895600"/>
          </a:xfrm>
          <a:prstGeom prst="rect">
            <a:avLst/>
          </a:prstGeom>
          <a:solidFill>
            <a:srgbClr val="FFF3E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5540" y="11963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（バナー+リワード）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5540" y="1744980"/>
            <a:ext cx="237744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6225540" y="18821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$41,400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25540" y="25679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+163%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5540" y="30251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84320"/>
            <a:ext cx="8229600" cy="914400"/>
          </a:xfrm>
          <a:prstGeom prst="rect">
            <a:avLst/>
          </a:prstGeom>
          <a:solidFill>
            <a:srgbClr val="F0F4C3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2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年間ベース：Phase 2で +$110K、Phase 3で +$300K+ の追加収益機会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広告実装のベストプラクティス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7109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やるべき実装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リワード広告をメイン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ユーザー選択可能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占い系商品のみ配置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ATT対応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GDPR/個人情報保護法対応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広告品質の厳格管理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71094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やってはいけない実装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占い結果直後に全画面広告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バナー画面の30%以上占有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スキップボタン小型化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報酬額の誇大表示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不適切な広告（ゲーム等）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ユーザー強制閲覧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最終推奨：実装対応プラン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ストア申請前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決済検証・法務文書・仕様書精緻化・外部URL実装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初期運用(0-6m)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DB永続化・通知実装・課金体験最適化・広告なし方針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成長期(6-12m)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8346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リワード広告準備・効果測定・段階的導入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安定期(12m+)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566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バナー広告検討（DAU≥5K時）・継続最適化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通年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4297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新規ドキュメント「13_広告戦略・マネタイズ方針書」作成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944880"/>
            <a:ext cx="7315200" cy="292608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127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本オラクルカード占いアプリは、バックエンド・モバイルUIの実装度は良好（MVP合格）ですが、以下を必須対応すべきです：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767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Google Play標準との機能ギャップの埋め込み（スプレッド多様化、社会機能等）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7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外部連携の本実装（決済検証、通知送信、URL設定）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59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仕様書の曖昧性10項目の精緻化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002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段階的広告導入戦略の確立（年間+$300K機会）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053840"/>
            <a:ext cx="7315200" cy="731520"/>
          </a:xfrm>
          <a:prstGeom prst="rect">
            <a:avLst/>
          </a:prstGeom>
          <a:solidFill>
            <a:srgbClr val="8B6F9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1910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段階的広告導入により、ユーザー体験を保ちながら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年間$300K+の追加収益が実現可能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付録：仕様書改修チェックリスト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正逆判定ロジックの明確化（API仕様に追加）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シャッフル終了判定のしきい値を仕様書に記載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課金プラン「1日1回」の定義明確化（JST基準）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テーマ×デッキの関連性定義（中間テーブル仕様化）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通知セグメント値の列挙型定義（free/premium等）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分析イベント properties のスキーマ定義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Apple/Google認証 provider_user_id フォーマット規定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U-11（履歴詳細）の実装状態確定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UserResponse に subscription_expires_at を追加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13_広告戦略・マネタイズ方針書を新規作成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919</Words>
  <Application>Microsoft Office PowerPoint</Application>
  <PresentationFormat>画面に合わせる (16:9)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鉄也 原野</cp:lastModifiedBy>
  <cp:revision>2</cp:revision>
  <dcterms:created xsi:type="dcterms:W3CDTF">2026-07-02T02:07:18Z</dcterms:created>
  <dcterms:modified xsi:type="dcterms:W3CDTF">2026-07-02T02:20:16Z</dcterms:modified>
</cp:coreProperties>
</file>